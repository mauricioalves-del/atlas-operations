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Metas Individuais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Metas individuais x resultados operacionais consolidados — filtrado pelo mês deste relatório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0" i="1">
                <a:solidFill>
                  <a:srgbClr val="4A4A4A"/>
                </a:solidFill>
                <a:latin typeface="Arial"/>
              </a:defRPr>
            </a:pPr>
            <a:r>
              <a:t>Responsável: Maurício Alves · 5 meta(s) monitorada(s)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44752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51790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0,0%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9496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4A4A4A"/>
                </a:solidFill>
                <a:latin typeface="Arial"/>
              </a:defRPr>
            </a:pPr>
            <a:r>
              <a:t>SOMA DOS PESOS (ESPERADO: 100%)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815" y="1444752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3119" y="151790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119" y="179496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METAS EM EVOLUÇÃO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444752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2735" y="151790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5" y="179496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METAS EM INVOLUÇÃO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047" y="1444752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2351" y="151790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351" y="179496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700" b="1" i="0">
                <a:solidFill>
                  <a:srgbClr val="4A4A4A"/>
                </a:solidFill>
                <a:latin typeface="Arial"/>
              </a:defRPr>
            </a:pPr>
            <a:r>
              <a:t>METAS COM DADO INCONSISTENTE NO EXPO…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286000"/>
          <a:ext cx="1127729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4280"/>
                <a:gridCol w="789410"/>
                <a:gridCol w="1691594"/>
                <a:gridCol w="1691594"/>
                <a:gridCol w="1691594"/>
                <a:gridCol w="1578821"/>
              </a:tblGrid>
              <a:tr h="38100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Peso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Realizado (mês)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Meta (mês)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Atingimento (mês)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Tendência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% Prejuízo de Matéria prima e insumos 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R$ 1.038,09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-R$ 699,00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-149,0%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Sem histórico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% Prejuízo de produto acabado ⚠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R$ 548,44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-R$ 1.749,00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-31,0%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Sem histórico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Gestão de inventário quantidade (IAQ) 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Involução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Gestão de inventário Valor (IAP) ⚠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99,2%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99,0%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Evolução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Implementação ferramenta 'Riscos e…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Estável (em dia)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200" y="4800600"/>
            <a:ext cx="5501487" cy="123444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10328"/>
            <a:ext cx="513572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2E7D32"/>
                </a:solidFill>
                <a:latin typeface="Arial"/>
              </a:defRPr>
            </a:pPr>
            <a:r>
              <a:t>CRUZAMENTO COM STOCK SAVVY — PREJUÍZO DE MATÉRIA-PRIMA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48072"/>
            <a:ext cx="5135727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defRPr sz="1050" b="0" i="0">
                <a:solidFill>
                  <a:srgbClr val="4A4A4A"/>
                </a:solidFill>
                <a:latin typeface="Arial"/>
              </a:defRPr>
            </a:pPr>
            <a:r>
              <a:t>Meta individual (Realizado do mês): R$ 1.038,09 · Stock Savvy ("Perda Real"): R$ 1.100,00 · Divergência: 5,6%. Os dois números batem dentro da margem esperada.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4800600"/>
            <a:ext cx="5501487" cy="123444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5887" y="4910328"/>
            <a:ext cx="513572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9A825"/>
                </a:solidFill>
                <a:latin typeface="Arial"/>
              </a:defRPr>
            </a:pPr>
            <a:r>
              <a:t>VALIDAÇÃO DOS DADOS DE ORIGEM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5148072"/>
            <a:ext cx="5135727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Soma dos pesos configurados = 0,0% (esperado 100%) — os pesos das metas deste colaborador não estão configurados corretamente na ferramenta de origem. "% Prejuízo de Matéria prima e insumos": Meta e Realizado do mês têm sinais opostos no export de…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Fonte: dashboard Metas Individuais (Auditoria &gt; Outros Dashboards), enviado em 15/09/2026 10:00 — ⚠ na tabela indica meta com inconsistência de dados detectada no export de origem (ver caixa de validação).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Metas Individuais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Metas individuais x resultados operacionais consolidados — filtrado pelo mês deste relatório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0" i="1">
                <a:solidFill>
                  <a:srgbClr val="4A4A4A"/>
                </a:solidFill>
                <a:latin typeface="Arial"/>
              </a:defRPr>
            </a:pPr>
            <a:r>
              <a:t>Responsável: Maurício Alves · 5 meta(s) monitorada(s)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44752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51790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0,0%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9496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4A4A4A"/>
                </a:solidFill>
                <a:latin typeface="Arial"/>
              </a:defRPr>
            </a:pPr>
            <a:r>
              <a:t>SOMA DOS PESOS (ESPERADO: 100%)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815" y="1444752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3119" y="151790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119" y="179496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METAS EM EVOLUÇÃO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444752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2735" y="151790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5" y="179496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METAS EM INVOLUÇÃO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047" y="1444752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2351" y="151790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351" y="179496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700" b="1" i="0">
                <a:solidFill>
                  <a:srgbClr val="4A4A4A"/>
                </a:solidFill>
                <a:latin typeface="Arial"/>
              </a:defRPr>
            </a:pPr>
            <a:r>
              <a:t>METAS COM DADO INCONSISTENTE NO EXPO…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286000"/>
          <a:ext cx="1127729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4280"/>
                <a:gridCol w="789410"/>
                <a:gridCol w="1691594"/>
                <a:gridCol w="1691594"/>
                <a:gridCol w="1691594"/>
                <a:gridCol w="1578821"/>
              </a:tblGrid>
              <a:tr h="38100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Peso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Realizado (mês)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Meta (mês)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Atingimento (mês)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Tendência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% Prejuízo de Matéria prima e insumos 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R$ 1.038,09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-R$ 699,00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-149,0%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Sem histórico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% Prejuízo de produto acabado ⚠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R$ 548,44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-R$ 1.749,00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-31,0%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Sem histórico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Gestão de inventário quantidade (IAQ) 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Involução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Gestão de inventário Valor (IAP) ⚠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99,2%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99,0%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Evolução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Implementação ferramenta 'Riscos e…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Estável (em dia)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200" y="4800600"/>
            <a:ext cx="5501487" cy="123444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10328"/>
            <a:ext cx="513572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9A825"/>
                </a:solidFill>
                <a:latin typeface="Arial"/>
              </a:defRPr>
            </a:pPr>
            <a:r>
              <a:t>CRUZAMENTO COM STOCK SAVVY — PREJUÍZO DE MATÉRIA-PRIMA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48072"/>
            <a:ext cx="5135727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defRPr sz="1050" b="0" i="0">
                <a:solidFill>
                  <a:srgbClr val="4A4A4A"/>
                </a:solidFill>
                <a:latin typeface="Arial"/>
              </a:defRPr>
            </a:pPr>
            <a:r>
              <a:t>Não foi possível cruzar esta meta com o Fechamento Stock Savvy deste mês — confira se a meta "% Prejuízo de Matéria prima e insumos" e o cartão financeiro "Perda Real" existem para o mesmo período.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4800600"/>
            <a:ext cx="5501487" cy="123444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5887" y="4910328"/>
            <a:ext cx="513572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9A825"/>
                </a:solidFill>
                <a:latin typeface="Arial"/>
              </a:defRPr>
            </a:pPr>
            <a:r>
              <a:t>VALIDAÇÃO DOS DADOS DE ORIGEM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5148072"/>
            <a:ext cx="5135727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Soma dos pesos configurados = 0,0% (esperado 100%) — os pesos das metas deste colaborador não estão configurados corretamente na ferramenta de origem. "% Prejuízo de Matéria prima e insumos": Meta e Realizado do mês têm sinais opostos no export de…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Fonte: dashboard Metas Individuais (Auditoria &gt; Outros Dashboards), enviado em 15/09/2026 10:00 — ⚠ na tabela indica meta com inconsistência de dados detectada no export de origem (ver caixa de validação).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Metas Individuais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Metas individuais x resultados operacionais consolidados — filtrado pelo mês deste relatório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77295" cy="128016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9A825"/>
                </a:solidFill>
                <a:latin typeface="Arial"/>
              </a:defRPr>
            </a:pPr>
            <a:r>
              <a:t>METAS INDIVIDUAIS AINDA NÃO ENVIADO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10911535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Suba o arquivo .html autocontido do Metas Individuais em Auditoria &gt; Outros Dashboards pra que ele apareça neste relatório.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